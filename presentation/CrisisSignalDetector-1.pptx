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572768"/>
            <a:ext cx="91440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231136"/>
            <a:ext cx="91440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889504"/>
            <a:ext cx="91440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547872"/>
            <a:ext cx="91440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206240"/>
            <a:ext cx="91440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822960"/>
            <a:ext cx="1645920" cy="1645920"/>
          </a:xfrm>
          <a:prstGeom prst="ellipse">
            <a:avLst/>
          </a:prstGeom>
          <a:solidFill>
            <a:srgbClr val="00B4D8">
              <a:alpha val="15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097280"/>
            <a:ext cx="1097280" cy="1097280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1371600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960120"/>
            <a:ext cx="1645920" cy="274320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960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</a:rPr>
              <a:t>NLP · BERT · AI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94560" y="13258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Signal Detector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2194560" y="22402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Leveraging BERT for Real-time Mental Health Monitoring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194560" y="26974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NLP Solution — from Fine-tuning to Cloud Deployment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94560" y="3246120"/>
            <a:ext cx="4754880" cy="502920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94560" y="3246120"/>
            <a:ext cx="475488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🔗  Live Demo: </a:t>
            </a:r>
            <a:pPr algn="l"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huggingface.co/spaces/mshakeelrasheed/crisis-signal-detector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The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265176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2651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Problem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423160"/>
            <a:ext cx="237744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cannot manually monitor millions of social media posts, helpline messages, or forum threads in real time.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65176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005840"/>
            <a:ext cx="2651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1430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🛡️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337560" y="1965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First Line of Defense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2423160"/>
            <a:ext cx="237744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detection flags high-risk text instantly — providing a 24/7 safety net that no human team could sustain alone.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005840"/>
            <a:ext cx="265176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005840"/>
            <a:ext cx="2651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1430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🤝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172200" y="1965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Human-AI Collaboration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72200" y="2423160"/>
            <a:ext cx="237744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doesn't replace counselors. It triages and prioritizes, so human experts focus where they matter most.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8CAE4"/>
                </a:solidFill>
              </a:rPr>
              <a:t>"The system provides an automated first line of defense to flag text indicating a high risk of self-harm."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Training Strategy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2194560" cy="1828800"/>
          </a:xfrm>
          <a:prstGeom prst="rect">
            <a:avLst/>
          </a:prstGeom>
          <a:solidFill>
            <a:srgbClr val="00B4D8">
              <a:alpha val="15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4D8"/>
                </a:solidFill>
              </a:rPr>
              <a:t>230K+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Total Source Records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34640" y="914400"/>
            <a:ext cx="219456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10515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8CAE4"/>
                </a:solidFill>
              </a:rPr>
              <a:t>10K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834640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Training Sample Used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0" y="914400"/>
            <a:ext cx="347472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1005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4D"/>
                </a:solidFill>
              </a:rPr>
              <a:t>⚠️  The Constraint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94960" y="1417320"/>
            <a:ext cx="32918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RAM could not handle the full 230K dataset without crashing the session. Strategic downsampling to 10,000 high-quality, representative rows was the engineering solution.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Training Pipeline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337560"/>
            <a:ext cx="256032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3192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Load &amp; inspect 230K+ raw records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621024"/>
            <a:ext cx="256032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60273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Strategic downsample → 10,000 balanced rows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904488"/>
            <a:ext cx="256032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88620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Tokenize with bert-base-uncased (max 128 tokens)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187952"/>
            <a:ext cx="256032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16966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Fine-tune BERT classifier on Google Colab (GPU)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4471416"/>
            <a:ext cx="256032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45312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Tune prediction threshold → 40% sensitivity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4754880"/>
            <a:ext cx="256032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73659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Export weights (.safetensors) &amp; deploy to HF Spaces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3931920" cy="3977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Class Distribution (Full Dataset)</a:t>
            </a:r>
            <a:endParaRPr lang="en-US" sz="1100" dirty="0"/>
          </a:p>
        </p:txBody>
      </p:sp>
      <p:pic>
        <p:nvPicPr>
          <p:cNvPr id="7" name="Image 0" descr="/home/claude/class_distribu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25880"/>
            <a:ext cx="3840480" cy="2606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3977640"/>
            <a:ext cx="37490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✅  Perfectly balanced — 116,037 rows each class. Prevents model bias.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480560" y="914400"/>
            <a:ext cx="4389120" cy="3977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0" y="9875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D4D"/>
                </a:solidFill>
              </a:rPr>
              <a:t>Suicidal Posts — Word Cloud</a:t>
            </a:r>
            <a:endParaRPr lang="en-US" sz="1100" dirty="0"/>
          </a:p>
        </p:txBody>
      </p:sp>
      <p:pic>
        <p:nvPicPr>
          <p:cNvPr id="11" name="Image 1" descr="/home/claude/wordclou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325880"/>
            <a:ext cx="4297680" cy="2606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977640"/>
            <a:ext cx="42062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Emotional pain, isolation, and urgency dominate — exactly what BERT learns to detect.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278892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27889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5156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05840" y="10515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39903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B4D8"/>
                </a:solidFill>
              </a:rPr>
              <a:t>bert-base-uncased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737360"/>
            <a:ext cx="26060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Transformer that understands full sentence context, not just keywords.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960120"/>
            <a:ext cx="278892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960120"/>
            <a:ext cx="27889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05156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🔥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069080" y="10515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PyTorch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69080" y="139903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B4D8"/>
                </a:solidFill>
              </a:rPr>
              <a:t>Deep Learning Framework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1737360"/>
            <a:ext cx="26060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the fine-tuning process and model weight management.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55080" y="960120"/>
            <a:ext cx="278892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960120"/>
            <a:ext cx="27889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105156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🤗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086600" y="10515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Hugging Face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86600" y="139903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B4D8"/>
                </a:solidFill>
              </a:rPr>
              <a:t>Transformers + Spaces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46520" y="1737360"/>
            <a:ext cx="26060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hub for SafeTensors storage and free cloud deployment endpoint.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834640"/>
            <a:ext cx="269748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834640"/>
            <a:ext cx="26974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9260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🖥️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1005840" y="29260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Streamlit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32735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B4D8"/>
                </a:solidFill>
              </a:rPr>
              <a:t>Web UI Framework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3611880"/>
            <a:ext cx="25146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interactive dashboard with real-time input, predictions, and confidence charts.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37560" y="2834640"/>
            <a:ext cx="269748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37560" y="2834640"/>
            <a:ext cx="26974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29000" y="29260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🐳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069080" y="29260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Docker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069080" y="32735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B4D8"/>
                </a:solidFill>
              </a:rPr>
              <a:t>Containerization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429000" y="3611880"/>
            <a:ext cx="25146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app + dependencies into a portable image for reliable cloud execution.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85953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54864" cy="86868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058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4D4D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10332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Hardware Limitations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362456"/>
            <a:ext cx="7726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Colab's RAM crashed repeatedly during full-dataset training. Solution: strategic downsampling to 10K rows — sufficient for strong model performance.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965960"/>
            <a:ext cx="85953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965960"/>
            <a:ext cx="54864" cy="86868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0116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A500"/>
                </a:solidFill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0120" y="20391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Deployment Logistics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368296"/>
            <a:ext cx="7726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weights file exceeded 400MB. The Docker image had to be carefully structured so the Dockerfile copied model.safetensors to the same directory as app.py.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971800"/>
            <a:ext cx="85953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971800"/>
            <a:ext cx="54864" cy="86868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0175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8CAE4"/>
                </a:solidFill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60120" y="30449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Docker Pathing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374136"/>
            <a:ext cx="7726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Docker templates only copy src/ and requirements.txt. The container acted like a strict bouncer — ignoring the weights file entirely until path rules were fixed.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977640"/>
            <a:ext cx="85953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977640"/>
            <a:ext cx="54864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40233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60120" y="40507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Edge Cases — Short Sentences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4379976"/>
            <a:ext cx="7726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wanna die." returned only 59.6% confidence — a near coin-flip. Length bias in training data meant the model struggled with blunt, short crisis signals.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Custom Threshold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05840"/>
            <a:ext cx="1463040" cy="914400"/>
          </a:xfrm>
          <a:prstGeom prst="rect">
            <a:avLst/>
          </a:prstGeom>
          <a:solidFill>
            <a:srgbClr val="161B22"/>
          </a:solidFill>
          <a:ln w="25400">
            <a:solidFill>
              <a:srgbClr val="8B94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Raw Text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09928" y="1389888"/>
            <a:ext cx="4114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48256" y="1316736"/>
            <a:ext cx="54864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20240" y="1005840"/>
            <a:ext cx="1463040" cy="914400"/>
          </a:xfrm>
          <a:prstGeom prst="rect">
            <a:avLst/>
          </a:prstGeom>
          <a:solidFill>
            <a:srgbClr val="161B22"/>
          </a:solidFill>
          <a:ln w="25400">
            <a:solidFill>
              <a:srgbClr val="48CA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10058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Tokenizer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(max 128)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01568" y="1389888"/>
            <a:ext cx="4114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39896" y="1316736"/>
            <a:ext cx="54864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1880" y="1005840"/>
            <a:ext cx="1463040" cy="914400"/>
          </a:xfrm>
          <a:prstGeom prst="rect">
            <a:avLst/>
          </a:prstGeom>
          <a:solidFill>
            <a:srgbClr val="0077A8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10058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Encoder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93208" y="1389888"/>
            <a:ext cx="4114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31536" y="1316736"/>
            <a:ext cx="54864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0" y="1005840"/>
            <a:ext cx="1463040" cy="914400"/>
          </a:xfrm>
          <a:prstGeom prst="rect">
            <a:avLst/>
          </a:prstGeom>
          <a:solidFill>
            <a:srgbClr val="161B22"/>
          </a:solidFill>
          <a:ln w="25400">
            <a:solidFill>
              <a:srgbClr val="48CA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10058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Linear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Classifier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84848" y="1389888"/>
            <a:ext cx="4114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23176" y="1316736"/>
            <a:ext cx="54864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95160" y="1005840"/>
            <a:ext cx="1463040" cy="914400"/>
          </a:xfrm>
          <a:prstGeom prst="rect">
            <a:avLst/>
          </a:prstGeom>
          <a:solidFill>
            <a:srgbClr val="7B2D00"/>
          </a:solidFill>
          <a:ln w="25400">
            <a:solidFill>
              <a:srgbClr val="FF4D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10058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40%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Threshold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" y="2148840"/>
            <a:ext cx="1463040" cy="502920"/>
          </a:xfrm>
          <a:prstGeom prst="rect">
            <a:avLst/>
          </a:prstGeom>
          <a:solidFill>
            <a:srgbClr val="1A3A1A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148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950"/>
                </a:solidFill>
              </a:rPr>
              <a:t>✅  SAFE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452360" y="2148840"/>
            <a:ext cx="1463040" cy="502920"/>
          </a:xfrm>
          <a:prstGeom prst="rect">
            <a:avLst/>
          </a:prstGeom>
          <a:solidFill>
            <a:srgbClr val="3A1A1A"/>
          </a:solidFill>
          <a:ln w="25400">
            <a:solidFill>
              <a:srgbClr val="FF4D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52360" y="2148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D4D"/>
                </a:solidFill>
              </a:rPr>
              <a:t>🚨  CRISIS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2834640"/>
            <a:ext cx="8595360" cy="1965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2834640"/>
            <a:ext cx="8595360" cy="4572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4D"/>
                </a:solidFill>
              </a:rPr>
              <a:t>Why 40% Instead of the Standard 50%?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" y="33375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False Negative Risk: Missing a real crisis is far more dangerous than a false alarm. The threshold is tuned toward caution.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37947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At 40%, any text the model is even 40% confident about gets flagged — erring on the side of safety, not precision.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4251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This is a deliberate engineering tradeoff: higher recall at the cost of slightly lower precision.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Demo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77240"/>
            <a:ext cx="411480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0B4D8"/>
                </a:solidFill>
              </a:rPr>
              <a:t>App Dashboard — Model Info &amp; Error Handling</a:t>
            </a:r>
            <a:endParaRPr lang="en-US" sz="950" dirty="0"/>
          </a:p>
        </p:txBody>
      </p:sp>
      <p:pic>
        <p:nvPicPr>
          <p:cNvPr id="7" name="Image 0" descr="/home/claude/dashboard_screensho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15568"/>
            <a:ext cx="4023360" cy="2880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800600" y="777240"/>
            <a:ext cx="411480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46320" y="822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4D4D"/>
                </a:solidFill>
              </a:rPr>
              <a:t>Prediction Output — Confidence Score &amp; Probability Chart</a:t>
            </a:r>
            <a:endParaRPr lang="en-US" sz="950" dirty="0"/>
          </a:p>
        </p:txBody>
      </p:sp>
      <p:pic>
        <p:nvPicPr>
          <p:cNvPr id="10" name="Image 1" descr="/home/claude/prediction_dem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15568"/>
            <a:ext cx="4023360" cy="28803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28600" y="4206240"/>
            <a:ext cx="86868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200" y="4315968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85800" y="4297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0E0"/>
                </a:solidFill>
              </a:rPr>
              <a:t>Real-time predictions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2606040" y="4315968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834640" y="4297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0E0"/>
                </a:solidFill>
              </a:rPr>
              <a:t>Confidence % score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754880" y="4315968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983480" y="4297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0E0"/>
                </a:solidFill>
              </a:rPr>
              <a:t>Probability bar chart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903720" y="4315968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132320" y="4297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0E0"/>
                </a:solidFill>
              </a:rPr>
              <a:t>Under 300ms response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Future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Current Advantages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402336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4630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14447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8CAE4"/>
                </a:solidFill>
              </a:rPr>
              <a:t>&lt; 300ms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7556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0E0"/>
                </a:solidFill>
              </a:rPr>
              <a:t>Response time — fast enough for real-time deployment at scale.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402336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3317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☁️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" y="23134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8CAE4"/>
                </a:solidFill>
              </a:rPr>
              <a:t>Cloud Native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26243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0E0"/>
                </a:solidFill>
              </a:rPr>
              <a:t>Docker + HF Spaces means zero setup for end users.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108960"/>
            <a:ext cx="402336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32004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68680" y="318211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8CAE4"/>
                </a:solidFill>
              </a:rPr>
              <a:t>Balanced Data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34930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0E0"/>
                </a:solidFill>
              </a:rPr>
              <a:t>Perfectly equal class distribution eliminates model bias.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977640"/>
            <a:ext cx="402336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40690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68680" y="40507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8CAE4"/>
                </a:solidFill>
              </a:rPr>
              <a:t>Tuned Threshold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43616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0E0"/>
                </a:solidFill>
              </a:rPr>
              <a:t>40% sensitivity prioritizes catching crises over false negatives.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8CAE4"/>
                </a:solidFill>
              </a:rPr>
              <a:t>Future Roadmap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46320" y="1371600"/>
            <a:ext cx="402336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1371600"/>
            <a:ext cx="45720" cy="749808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4630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458968" y="14447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Multilingual Support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58968" y="17556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0E0"/>
                </a:solidFill>
              </a:rPr>
              <a:t>Extend to Urdu, Arabic, and other languages to reach underserved communities.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46320" y="2240280"/>
            <a:ext cx="402336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2240280"/>
            <a:ext cx="45720" cy="749808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23317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458968" y="23134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Social Media API Integration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58968" y="26243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0E0"/>
                </a:solidFill>
              </a:rPr>
              <a:t>Connect directly to Twitter/Reddit streams for automated real-time scanning.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46320" y="3108960"/>
            <a:ext cx="402336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3108960"/>
            <a:ext cx="45720" cy="749808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32004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458968" y="31821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Full Dataset Training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58968" y="34930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0E0"/>
                </a:solidFill>
              </a:rPr>
              <a:t>Train on all 230K+ rows using cloud GPUs (Colab Pro / AWS) for higher accuracy.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846320" y="3977640"/>
            <a:ext cx="402336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46320" y="3977640"/>
            <a:ext cx="45720" cy="749808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40690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🔔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458968" y="40507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Alert &amp; Escalation System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58968" y="43616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0E0"/>
                </a:solidFill>
              </a:rPr>
              <a:t>Notify counselors or moderators automatically when crisis signals are detected.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57200"/>
            <a:ext cx="3657600" cy="3657600"/>
          </a:xfrm>
          <a:prstGeom prst="ellipse">
            <a:avLst/>
          </a:prstGeom>
          <a:solidFill>
            <a:srgbClr val="00B4D8">
              <a:alpha val="8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can be more than just a tool — it can be a lifesaver."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Fine-tuned BERT model trained on 230K+ real mental health records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3500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Perfectly balanced dataset ensures unbiased, fair predictions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77977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Custom 40% threshold prioritizes human safety over false negatives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20954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Deployed on Hugging Face Spaces — accessible to anyone, instantly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63931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Real-time response under 300ms with confidence visualization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114800"/>
            <a:ext cx="5943600" cy="640080"/>
          </a:xfrm>
          <a:prstGeom prst="rect">
            <a:avLst/>
          </a:prstGeom>
          <a:solidFill>
            <a:srgbClr val="00B4D8">
              <a:alpha val="15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114800"/>
            <a:ext cx="5943600" cy="64008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🔗  Try it live: 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huggingface.co/spaces/mshakeelrasheed/crisis-signal-detector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0" y="4069080"/>
            <a:ext cx="2011680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4069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</a:rPr>
              <a:t>Q &amp; A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Crisis Signal Detector</dc:title>
  <dc:subject>PptxGenJS Presentation</dc:subject>
  <dc:creator>PptxGenJS</dc:creator>
  <cp:lastModifiedBy>PptxGenJS</cp:lastModifiedBy>
  <cp:revision>1</cp:revision>
  <dcterms:created xsi:type="dcterms:W3CDTF">2026-05-17T09:28:29Z</dcterms:created>
  <dcterms:modified xsi:type="dcterms:W3CDTF">2026-05-17T09:28:29Z</dcterms:modified>
</cp:coreProperties>
</file>